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F0FD5F-2876-4877-BEA8-E212F969C278}" v="510" dt="2025-11-03T17:42:21.9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9EAF4AD3-E9B1-DC5C-FB47-EC7D6B290E16}"/>
              </a:ext>
            </a:extLst>
          </p:cNvPr>
          <p:cNvSpPr/>
          <p:nvPr/>
        </p:nvSpPr>
        <p:spPr>
          <a:xfrm>
            <a:off x="6402631" y="414013"/>
            <a:ext cx="977030" cy="5386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INIT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3871082-E9A9-FF3A-CFCA-B5555E79B501}"/>
              </a:ext>
            </a:extLst>
          </p:cNvPr>
          <p:cNvSpPr/>
          <p:nvPr/>
        </p:nvSpPr>
        <p:spPr>
          <a:xfrm>
            <a:off x="3370425" y="269387"/>
            <a:ext cx="1668847" cy="82938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 dirty="0"/>
              <a:t>POWER_ON_PI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4722E21E-4100-D8AE-2BC6-E493AE7DC7D1}"/>
              </a:ext>
            </a:extLst>
          </p:cNvPr>
          <p:cNvSpPr/>
          <p:nvPr/>
        </p:nvSpPr>
        <p:spPr>
          <a:xfrm>
            <a:off x="3731372" y="1853543"/>
            <a:ext cx="1147478" cy="8293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 dirty="0"/>
              <a:t>TV_ON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592DAB98-2C28-9B38-D275-79B869C36024}"/>
              </a:ext>
            </a:extLst>
          </p:cNvPr>
          <p:cNvSpPr/>
          <p:nvPr/>
        </p:nvSpPr>
        <p:spPr>
          <a:xfrm>
            <a:off x="4884399" y="3417649"/>
            <a:ext cx="1668847" cy="82938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 dirty="0"/>
              <a:t>POWER_OFF_PI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61302EF9-30EF-1904-5CFA-E69FB1BA4EF4}"/>
              </a:ext>
            </a:extLst>
          </p:cNvPr>
          <p:cNvSpPr/>
          <p:nvPr/>
        </p:nvSpPr>
        <p:spPr>
          <a:xfrm>
            <a:off x="6368293" y="1853543"/>
            <a:ext cx="1147478" cy="8293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 dirty="0"/>
              <a:t>TV_OFF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61625D7-DD39-3A24-A962-5547E6FA0E09}"/>
              </a:ext>
            </a:extLst>
          </p:cNvPr>
          <p:cNvCxnSpPr/>
          <p:nvPr/>
        </p:nvCxnSpPr>
        <p:spPr>
          <a:xfrm>
            <a:off x="4320728" y="1095528"/>
            <a:ext cx="20053" cy="7519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B824553-BA07-B982-C33D-015491E6CA4C}"/>
              </a:ext>
            </a:extLst>
          </p:cNvPr>
          <p:cNvCxnSpPr>
            <a:cxnSpLocks/>
          </p:cNvCxnSpPr>
          <p:nvPr/>
        </p:nvCxnSpPr>
        <p:spPr>
          <a:xfrm flipH="1" flipV="1">
            <a:off x="5022571" y="754632"/>
            <a:ext cx="1403683" cy="100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BFFAFE2-BE06-2AAA-D437-20CFB9EE8A63}"/>
              </a:ext>
            </a:extLst>
          </p:cNvPr>
          <p:cNvCxnSpPr>
            <a:cxnSpLocks/>
          </p:cNvCxnSpPr>
          <p:nvPr/>
        </p:nvCxnSpPr>
        <p:spPr>
          <a:xfrm>
            <a:off x="6937596" y="955159"/>
            <a:ext cx="20053" cy="8923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13D1D1B-752E-7AA7-7B88-CDEE0C1785B5}"/>
              </a:ext>
            </a:extLst>
          </p:cNvPr>
          <p:cNvCxnSpPr>
            <a:cxnSpLocks/>
          </p:cNvCxnSpPr>
          <p:nvPr/>
        </p:nvCxnSpPr>
        <p:spPr>
          <a:xfrm>
            <a:off x="4370860" y="2699738"/>
            <a:ext cx="541421" cy="7619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1F29D40-A354-C123-E495-945D0CD70C85}"/>
              </a:ext>
            </a:extLst>
          </p:cNvPr>
          <p:cNvCxnSpPr>
            <a:cxnSpLocks/>
          </p:cNvCxnSpPr>
          <p:nvPr/>
        </p:nvCxnSpPr>
        <p:spPr>
          <a:xfrm flipV="1">
            <a:off x="6606728" y="2679683"/>
            <a:ext cx="360948" cy="7319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1D9C893-61BF-B521-467B-E794CC6CAAB3}"/>
              </a:ext>
            </a:extLst>
          </p:cNvPr>
          <p:cNvCxnSpPr>
            <a:cxnSpLocks/>
          </p:cNvCxnSpPr>
          <p:nvPr/>
        </p:nvCxnSpPr>
        <p:spPr>
          <a:xfrm flipH="1" flipV="1">
            <a:off x="4972439" y="1065447"/>
            <a:ext cx="1433761" cy="8121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E35ADF88-A261-5FC0-D8D4-132517B36B40}"/>
              </a:ext>
            </a:extLst>
          </p:cNvPr>
          <p:cNvSpPr txBox="1"/>
          <p:nvPr/>
        </p:nvSpPr>
        <p:spPr>
          <a:xfrm>
            <a:off x="5186181" y="415105"/>
            <a:ext cx="1179094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100" dirty="0"/>
              <a:t>VSENSE_IN = H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748A48A-030A-8B4E-AFA7-FDD22E586C8C}"/>
              </a:ext>
            </a:extLst>
          </p:cNvPr>
          <p:cNvSpPr txBox="1"/>
          <p:nvPr/>
        </p:nvSpPr>
        <p:spPr>
          <a:xfrm>
            <a:off x="7111233" y="1267342"/>
            <a:ext cx="1179094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100" dirty="0"/>
              <a:t>VSENSE_IN = L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1761216-406A-576F-67C6-C0D81E59F6AC}"/>
              </a:ext>
            </a:extLst>
          </p:cNvPr>
          <p:cNvSpPr txBox="1"/>
          <p:nvPr/>
        </p:nvSpPr>
        <p:spPr>
          <a:xfrm>
            <a:off x="5126022" y="1397683"/>
            <a:ext cx="1179094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100" dirty="0"/>
              <a:t>VSENSE_IN = H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D7FADF0-08CC-1491-2885-A79C1CC52BA6}"/>
              </a:ext>
            </a:extLst>
          </p:cNvPr>
          <p:cNvSpPr txBox="1"/>
          <p:nvPr/>
        </p:nvSpPr>
        <p:spPr>
          <a:xfrm>
            <a:off x="4654786" y="2821421"/>
            <a:ext cx="1179094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100" dirty="0"/>
              <a:t>VSENSE_IN = L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F3ABB42-9538-A0DD-36ED-F9852EA679CD}"/>
              </a:ext>
            </a:extLst>
          </p:cNvPr>
          <p:cNvSpPr txBox="1"/>
          <p:nvPr/>
        </p:nvSpPr>
        <p:spPr>
          <a:xfrm>
            <a:off x="6790391" y="3041999"/>
            <a:ext cx="908384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100" dirty="0"/>
              <a:t>120s delay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CDED1AC-92C8-F861-220B-22900CA431A4}"/>
              </a:ext>
            </a:extLst>
          </p:cNvPr>
          <p:cNvSpPr txBox="1"/>
          <p:nvPr/>
        </p:nvSpPr>
        <p:spPr>
          <a:xfrm>
            <a:off x="3371417" y="1337525"/>
            <a:ext cx="908384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100" dirty="0"/>
              <a:t>120s delay</a:t>
            </a:r>
          </a:p>
        </p:txBody>
      </p:sp>
      <p:sp>
        <p:nvSpPr>
          <p:cNvPr id="57" name="Arrow: Right 56">
            <a:extLst>
              <a:ext uri="{FF2B5EF4-FFF2-40B4-BE49-F238E27FC236}">
                <a16:creationId xmlns:a16="http://schemas.microsoft.com/office/drawing/2014/main" id="{CE0B5F62-F3B6-1DBB-939E-BFB4697B903A}"/>
              </a:ext>
            </a:extLst>
          </p:cNvPr>
          <p:cNvSpPr/>
          <p:nvPr/>
        </p:nvSpPr>
        <p:spPr>
          <a:xfrm rot="10800000">
            <a:off x="2769839" y="633850"/>
            <a:ext cx="496758" cy="1307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17EB2D8-44F0-00F9-AD47-DF2C69BD1914}"/>
              </a:ext>
            </a:extLst>
          </p:cNvPr>
          <p:cNvSpPr txBox="1"/>
          <p:nvPr/>
        </p:nvSpPr>
        <p:spPr>
          <a:xfrm>
            <a:off x="1586733" y="569592"/>
            <a:ext cx="1179094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100" dirty="0"/>
              <a:t>RELAY_OUT = H</a:t>
            </a:r>
          </a:p>
        </p:txBody>
      </p:sp>
      <p:sp>
        <p:nvSpPr>
          <p:cNvPr id="59" name="Arrow: Right 58">
            <a:extLst>
              <a:ext uri="{FF2B5EF4-FFF2-40B4-BE49-F238E27FC236}">
                <a16:creationId xmlns:a16="http://schemas.microsoft.com/office/drawing/2014/main" id="{97F8F5C4-A426-44C8-E275-F8F71B3C87A0}"/>
              </a:ext>
            </a:extLst>
          </p:cNvPr>
          <p:cNvSpPr/>
          <p:nvPr/>
        </p:nvSpPr>
        <p:spPr>
          <a:xfrm rot="10800000">
            <a:off x="2779865" y="870390"/>
            <a:ext cx="496758" cy="1307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F142F67-E690-78C8-3B2B-2194C26F13D9}"/>
              </a:ext>
            </a:extLst>
          </p:cNvPr>
          <p:cNvSpPr txBox="1"/>
          <p:nvPr/>
        </p:nvSpPr>
        <p:spPr>
          <a:xfrm>
            <a:off x="1596759" y="806130"/>
            <a:ext cx="1179094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100" dirty="0"/>
              <a:t>LED = YELLOW</a:t>
            </a:r>
          </a:p>
        </p:txBody>
      </p:sp>
      <p:sp>
        <p:nvSpPr>
          <p:cNvPr id="67" name="Arrow: Right 66">
            <a:extLst>
              <a:ext uri="{FF2B5EF4-FFF2-40B4-BE49-F238E27FC236}">
                <a16:creationId xmlns:a16="http://schemas.microsoft.com/office/drawing/2014/main" id="{1D97ECF0-516E-D84C-9517-F0B9830F764C}"/>
              </a:ext>
            </a:extLst>
          </p:cNvPr>
          <p:cNvSpPr/>
          <p:nvPr/>
        </p:nvSpPr>
        <p:spPr>
          <a:xfrm>
            <a:off x="7522312" y="549547"/>
            <a:ext cx="496758" cy="1307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176A27-1F84-6992-1376-F0D24A808677}"/>
              </a:ext>
            </a:extLst>
          </p:cNvPr>
          <p:cNvSpPr txBox="1"/>
          <p:nvPr/>
        </p:nvSpPr>
        <p:spPr>
          <a:xfrm>
            <a:off x="8023627" y="505342"/>
            <a:ext cx="1179094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100" dirty="0"/>
              <a:t>LED = RED</a:t>
            </a:r>
          </a:p>
        </p:txBody>
      </p:sp>
      <p:sp>
        <p:nvSpPr>
          <p:cNvPr id="71" name="Arrow: Right 70">
            <a:extLst>
              <a:ext uri="{FF2B5EF4-FFF2-40B4-BE49-F238E27FC236}">
                <a16:creationId xmlns:a16="http://schemas.microsoft.com/office/drawing/2014/main" id="{3504886B-34F2-E6E6-74AF-A2BEEF1B26A1}"/>
              </a:ext>
            </a:extLst>
          </p:cNvPr>
          <p:cNvSpPr/>
          <p:nvPr/>
        </p:nvSpPr>
        <p:spPr>
          <a:xfrm>
            <a:off x="7592496" y="2153757"/>
            <a:ext cx="496758" cy="1307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C7E4439-5584-5BE6-901A-CCCA7DD70983}"/>
              </a:ext>
            </a:extLst>
          </p:cNvPr>
          <p:cNvSpPr txBox="1"/>
          <p:nvPr/>
        </p:nvSpPr>
        <p:spPr>
          <a:xfrm>
            <a:off x="8093811" y="2109552"/>
            <a:ext cx="1179094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100" dirty="0"/>
              <a:t>LED = RED</a:t>
            </a:r>
          </a:p>
        </p:txBody>
      </p:sp>
      <p:sp>
        <p:nvSpPr>
          <p:cNvPr id="73" name="Arrow: Right 72">
            <a:extLst>
              <a:ext uri="{FF2B5EF4-FFF2-40B4-BE49-F238E27FC236}">
                <a16:creationId xmlns:a16="http://schemas.microsoft.com/office/drawing/2014/main" id="{6C57CF54-005D-3871-DBE9-4143A00AF249}"/>
              </a:ext>
            </a:extLst>
          </p:cNvPr>
          <p:cNvSpPr/>
          <p:nvPr/>
        </p:nvSpPr>
        <p:spPr>
          <a:xfrm rot="10800000">
            <a:off x="3150838" y="2193862"/>
            <a:ext cx="496758" cy="1307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81DC74C-9C3A-AB29-4E01-629FB317473F}"/>
              </a:ext>
            </a:extLst>
          </p:cNvPr>
          <p:cNvSpPr txBox="1"/>
          <p:nvPr/>
        </p:nvSpPr>
        <p:spPr>
          <a:xfrm>
            <a:off x="2098074" y="2149657"/>
            <a:ext cx="1179094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100" dirty="0"/>
              <a:t>LED = GREEN</a:t>
            </a:r>
          </a:p>
        </p:txBody>
      </p:sp>
      <p:sp>
        <p:nvSpPr>
          <p:cNvPr id="75" name="Arrow: Right 74">
            <a:extLst>
              <a:ext uri="{FF2B5EF4-FFF2-40B4-BE49-F238E27FC236}">
                <a16:creationId xmlns:a16="http://schemas.microsoft.com/office/drawing/2014/main" id="{2F524BD1-E3EB-EBFA-6DD1-6743F2F83763}"/>
              </a:ext>
            </a:extLst>
          </p:cNvPr>
          <p:cNvSpPr/>
          <p:nvPr/>
        </p:nvSpPr>
        <p:spPr>
          <a:xfrm rot="5280000">
            <a:off x="4881503" y="4579921"/>
            <a:ext cx="496758" cy="1307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324744D-5DC3-3F06-05AD-BD208F9D7C92}"/>
              </a:ext>
            </a:extLst>
          </p:cNvPr>
          <p:cNvSpPr txBox="1"/>
          <p:nvPr/>
        </p:nvSpPr>
        <p:spPr>
          <a:xfrm>
            <a:off x="4545108" y="5002450"/>
            <a:ext cx="1179094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100" dirty="0"/>
              <a:t>LED = YELLOW</a:t>
            </a:r>
          </a:p>
        </p:txBody>
      </p:sp>
      <p:sp>
        <p:nvSpPr>
          <p:cNvPr id="77" name="Arrow: Right 76">
            <a:extLst>
              <a:ext uri="{FF2B5EF4-FFF2-40B4-BE49-F238E27FC236}">
                <a16:creationId xmlns:a16="http://schemas.microsoft.com/office/drawing/2014/main" id="{A96B502C-3DB2-C689-37D3-318003277947}"/>
              </a:ext>
            </a:extLst>
          </p:cNvPr>
          <p:cNvSpPr/>
          <p:nvPr/>
        </p:nvSpPr>
        <p:spPr>
          <a:xfrm>
            <a:off x="7602523" y="2414442"/>
            <a:ext cx="496758" cy="1307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D613B66-7ACB-A9DD-646A-E699E1B19AD4}"/>
              </a:ext>
            </a:extLst>
          </p:cNvPr>
          <p:cNvSpPr txBox="1"/>
          <p:nvPr/>
        </p:nvSpPr>
        <p:spPr>
          <a:xfrm>
            <a:off x="8103838" y="2350183"/>
            <a:ext cx="1179094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100" dirty="0"/>
              <a:t>RELAY_OUT = L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52F4B58C-2FD7-6464-399B-C6A5389D4E4E}"/>
              </a:ext>
            </a:extLst>
          </p:cNvPr>
          <p:cNvSpPr/>
          <p:nvPr/>
        </p:nvSpPr>
        <p:spPr>
          <a:xfrm rot="5280000">
            <a:off x="5985625" y="4579921"/>
            <a:ext cx="496758" cy="1307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888E4193-F2E5-53A9-366C-714D3B626352}"/>
              </a:ext>
            </a:extLst>
          </p:cNvPr>
          <p:cNvSpPr/>
          <p:nvPr/>
        </p:nvSpPr>
        <p:spPr>
          <a:xfrm rot="10800000">
            <a:off x="2777614" y="400584"/>
            <a:ext cx="496758" cy="1307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600466-F122-2A14-508D-D0F48A0C5B19}"/>
              </a:ext>
            </a:extLst>
          </p:cNvPr>
          <p:cNvSpPr txBox="1"/>
          <p:nvPr/>
        </p:nvSpPr>
        <p:spPr>
          <a:xfrm>
            <a:off x="5591121" y="5001631"/>
            <a:ext cx="1676726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100" dirty="0"/>
              <a:t>PICONTROL_OUT = 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61FBC4-53B3-B7D1-AE4E-503E8FF39BC0}"/>
              </a:ext>
            </a:extLst>
          </p:cNvPr>
          <p:cNvSpPr txBox="1"/>
          <p:nvPr/>
        </p:nvSpPr>
        <p:spPr>
          <a:xfrm>
            <a:off x="1260162" y="305223"/>
            <a:ext cx="1676726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100"/>
              <a:t>PICONTROL_OUT = H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132</cp:revision>
  <dcterms:created xsi:type="dcterms:W3CDTF">2025-11-03T14:33:35Z</dcterms:created>
  <dcterms:modified xsi:type="dcterms:W3CDTF">2025-11-03T17:43:41Z</dcterms:modified>
</cp:coreProperties>
</file>